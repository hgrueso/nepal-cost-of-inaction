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Cost of Inaction Analysis for Adolescent Girls’ Education and Human Capital in Nepal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Hernando Grueso, PhD</a:t>
            </a:r>
            <a:br/>
            <a:r>
              <a:rPr/>
              <a:t>UNICEF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Problem: Girls Enrol, but Don’t Find Work</a:t>
            </a:r>
          </a:p>
        </p:txBody>
      </p:sp>
      <p:pic>
        <p:nvPicPr>
          <p:cNvPr descr="../outputs/figures/d1_overall_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796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Evidence: Education Reduces Exclusion</a:t>
            </a:r>
          </a:p>
        </p:txBody>
      </p:sp>
      <p:pic>
        <p:nvPicPr>
          <p:cNvPr descr="../outputs/figures/m1_mincer_lifeti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796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Cost: NPR 8 Billion per Cohort</a:t>
            </a:r>
          </a:p>
        </p:txBody>
      </p:sp>
      <p:pic>
        <p:nvPicPr>
          <p:cNvPr descr="../outputs/figures/c3_coi_vs_budge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796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Recommendation: Invest at 16–18, Not 19+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Cost of Inaction Analysis for Adolescent Girls’ Education and Human Capital in Nepal</dc:title>
  <dc:creator>Hernando Grueso, PhD UNICEF</dc:creator>
  <cp:keywords/>
  <dcterms:created xsi:type="dcterms:W3CDTF">2026-06-06T02:50:35Z</dcterms:created>
  <dcterms:modified xsi:type="dcterms:W3CDTF">2026-06-06T02:50:35Z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2026-05-01</vt:lpwstr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
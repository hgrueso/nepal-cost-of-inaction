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1" Type="http://schemas.openxmlformats.org/officeDocument/2006/relationships/viewProps" Target="viewProps.xml" /><Relationship Id="rId10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3" Type="http://schemas.openxmlformats.org/officeDocument/2006/relationships/tableStyles" Target="tableStyles.xml" /><Relationship Id="rId12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4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Cost of Inaction Analysis for Adolescent Girls’ Education and Human Capital in Nepal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UNICEF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2026-10-01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Problem: Girls Enrol, but Don’t Find Work</a:t>
            </a:r>
          </a:p>
        </p:txBody>
      </p:sp>
      <p:pic>
        <p:nvPicPr>
          <p:cNvPr descr="../outputs/figures/d1_overall_gap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879600"/>
            <a:ext cx="4038600" cy="2019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Evidence: Education Reduces Exclusion</a:t>
            </a:r>
          </a:p>
        </p:txBody>
      </p:sp>
      <p:pic>
        <p:nvPicPr>
          <p:cNvPr descr="../outputs/figures/m1_mincer_lifetim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879600"/>
            <a:ext cx="4038600" cy="2019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Cost: NPR 16 Billion per Cohort</a:t>
            </a:r>
          </a:p>
        </p:txBody>
      </p:sp>
      <p:pic>
        <p:nvPicPr>
          <p:cNvPr descr="../outputs/figures/c3_coi_vs_budget_censu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968500"/>
            <a:ext cx="4038600" cy="1841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Recommendation: Four Priority Areas, Employment First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Same Lens Elsewhere — Bolivia: a Different Diagnosis</a:t>
            </a:r>
          </a:p>
        </p:txBody>
      </p:sp>
      <p:pic>
        <p:nvPicPr>
          <p:cNvPr descr="../outputs/figures/bolivia_f7_violence_2panel_e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8000" y="1193800"/>
            <a:ext cx="81153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Bolivia: Evidence-Matched Theory of Change — BCR ≈ 4–6</a:t>
            </a:r>
          </a:p>
        </p:txBody>
      </p:sp>
      <p:pic>
        <p:nvPicPr>
          <p:cNvPr descr="../outputs/figures/bolivia_f_toc_e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73100" y="1193800"/>
            <a:ext cx="77978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Cost of Inaction Analysis for Adolescent Girls’ Education and Human Capital in Nepal</dc:title>
  <dc:creator>UNICEF</dc:creator>
  <cp:keywords/>
  <dcterms:created xsi:type="dcterms:W3CDTF">2026-10-02T03:38:40Z</dcterms:created>
  <dcterms:modified xsi:type="dcterms:W3CDTF">2026-10-02T03:38:40Z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2026-10-01</vt:lpwstr>
  </property>
  <property fmtid="{D5CDD505-2E9C-101B-9397-08002B2CF9AE}" pid="6" name="execute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toc-title">
    <vt:lpwstr>Table of contents</vt:lpwstr>
  </property>
</Properties>
</file>
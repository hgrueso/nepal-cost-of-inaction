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Cost of Inaction Analysis for Adolescent Girls’ Education and Human Capital in Nepal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UNICEF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Girls Enrol, but Don’t Find Work</a:t>
            </a:r>
          </a:p>
        </p:txBody>
      </p:sp>
      <p:pic>
        <p:nvPicPr>
          <p:cNvPr descr="../outputs/figures/slides/d1_overall_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Evidence: Education Reduces Exclusion</a:t>
            </a:r>
          </a:p>
        </p:txBody>
      </p:sp>
      <p:pic>
        <p:nvPicPr>
          <p:cNvPr descr="../outputs/figures/slides/m1_mincer_life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Cost: NPR 16 Billion per Cohort</a:t>
            </a:r>
          </a:p>
        </p:txBody>
      </p:sp>
      <p:pic>
        <p:nvPicPr>
          <p:cNvPr descr="../outputs/figures/slides/c3_coi_vs_budget_cens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68500"/>
            <a:ext cx="40386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Recommendation: Four Priority Areas, Employment First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Lens Elsewhere — Bolivia: a Different Diagnosis</a:t>
            </a:r>
          </a:p>
        </p:txBody>
      </p:sp>
      <p:pic>
        <p:nvPicPr>
          <p:cNvPr descr="../outputs/figures/bolivia_f7_violence_2panel_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15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Bolivia: Evidence-Matched Theory of Change — BCR ≈ 4–6</a:t>
            </a:r>
          </a:p>
        </p:txBody>
      </p:sp>
      <p:pic>
        <p:nvPicPr>
          <p:cNvPr descr="../outputs/figures/bolivia_f_toc_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193800"/>
            <a:ext cx="7797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of Inaction Analysis for Adolescent Girls’ Education and Human Capital in Nepal</dc:title>
  <dc:creator>UNICEF</dc:creator>
  <cp:keywords/>
  <dcterms:created xsi:type="dcterms:W3CDTF">2026-10-15T20:39:45Z</dcterms:created>
  <dcterms:modified xsi:type="dcterms:W3CDTF">2026-10-15T20:39:45Z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2026-10-01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